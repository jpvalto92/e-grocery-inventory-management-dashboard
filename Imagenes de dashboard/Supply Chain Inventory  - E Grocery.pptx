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Inventory Value by Warehouse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ABC Inventory Distribution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Supplier On-Time Performance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Inventory Status Overview</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barChart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Reorder Risk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Inventory Accuracy by Category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SKU Demand and 30-Day Forecast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Forecast Accuracy  by Warehouse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Supplier On Time  by Supplier Name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Average Lead Time by Supplier Name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SKU Demand and 30-Day Forecast Analysis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treemap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Audit Variance  by Warehouse Location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Inventory Value by SKU Name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aab0a0d7-48db-4f9a-b202-18f1a388e821?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d1378efffe524344" /><Relationship Type="http://schemas.openxmlformats.org/officeDocument/2006/relationships/slideLayout" Target="/ppt/slideLayouts/slideLayout8.xml" Id="R0fd0311dab7f456d" /><Relationship Type="http://schemas.openxmlformats.org/officeDocument/2006/relationships/hyperlink" Target="https://app.powerbi.com/groups/me/reports/aab0a0d7-48db-4f9a-b202-18f1a388e821/?pbi_source=PowerPoint" TargetMode="External" Id="RelId0" /><Relationship Type="http://schemas.openxmlformats.org/officeDocument/2006/relationships/image" Target="/ppt/media/image4.png" Id="imgId86323255"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35d197e420ff477b" /><Relationship Type="http://schemas.openxmlformats.org/officeDocument/2006/relationships/slideLayout" Target="/ppt/slideLayouts/slideLayout8.xml" Id="R17eb331520c14463" /><Relationship Type="http://schemas.openxmlformats.org/officeDocument/2006/relationships/hyperlink" Target="https://app.powerbi.com/groups/me/reports/aab0a0d7-48db-4f9a-b202-18f1a388e821/?pbi_source=PowerPoint" TargetMode="External" Id="RelId1" /><Relationship Type="http://schemas.openxmlformats.org/officeDocument/2006/relationships/image" Target="/ppt/media/image5.png" Id="imgId86323256"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23f3e4b3d9934764" /><Relationship Type="http://schemas.openxmlformats.org/officeDocument/2006/relationships/slideLayout" Target="/ppt/slideLayouts/slideLayout8.xml" Id="R9f012d612b6243d1" /><Relationship Type="http://schemas.openxmlformats.org/officeDocument/2006/relationships/hyperlink" Target="https://app.powerbi.com/groups/me/reports/aab0a0d7-48db-4f9a-b202-18f1a388e821/?pbi_source=PowerPoint" TargetMode="External" Id="RelId2" /><Relationship Type="http://schemas.openxmlformats.org/officeDocument/2006/relationships/image" Target="/ppt/media/image6.png" Id="imgId86323257"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02c8b403a70e417a" /><Relationship Type="http://schemas.openxmlformats.org/officeDocument/2006/relationships/slideLayout" Target="/ppt/slideLayouts/slideLayout8.xml" Id="R267cb4e425bf4e73" /><Relationship Type="http://schemas.openxmlformats.org/officeDocument/2006/relationships/hyperlink" Target="https://app.powerbi.com/groups/me/reports/aab0a0d7-48db-4f9a-b202-18f1a388e821/?pbi_source=PowerPoint" TargetMode="External" Id="RelId3" /><Relationship Type="http://schemas.openxmlformats.org/officeDocument/2006/relationships/image" Target="/ppt/media/image7.png" Id="imgId86323258"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a4b68676ba094751" /><Relationship Type="http://schemas.openxmlformats.org/officeDocument/2006/relationships/slideLayout" Target="/ppt/slideLayouts/slideLayout8.xml" Id="Ra6ada1205f8d4511" /><Relationship Type="http://schemas.openxmlformats.org/officeDocument/2006/relationships/hyperlink" Target="https://app.powerbi.com/groups/me/reports/aab0a0d7-48db-4f9a-b202-18f1a388e821/?pbi_source=PowerPoint" TargetMode="External" Id="RelId4" /><Relationship Type="http://schemas.openxmlformats.org/officeDocument/2006/relationships/image" Target="/ppt/media/image8.png" Id="imgId86323259"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b1de58ec218944de" /><Relationship Type="http://schemas.openxmlformats.org/officeDocument/2006/relationships/slideLayout" Target="/ppt/slideLayouts/slideLayout8.xml" Id="R34a8980555844639" /><Relationship Type="http://schemas.openxmlformats.org/officeDocument/2006/relationships/hyperlink" Target="https://app.powerbi.com/groups/me/reports/aab0a0d7-48db-4f9a-b202-18f1a388e821/?pbi_source=PowerPoint" TargetMode="External" Id="RelId5" /><Relationship Type="http://schemas.openxmlformats.org/officeDocument/2006/relationships/image" Target="/ppt/media/image9.png" Id="imgId8632326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Supply Chain Inventory  - E Grocery</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25/6/2026 19:08:37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25/6/2026 18:37:05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cardVisual ,cardVisual ,cardVisual ,cardVisual ,cardVisual ,barChart ,Inventory Value by Warehouse Location ,ABC Inventory Distribution ,Supplier On-Time Performance ,slicer ,slicer ,slicer ,slicer ,slicer ,slicer ,textbox ,textbox.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8632325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EXECUTIVE DASHBOARD</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cardVisual ,cardVisual ,cardVisual ,cardVisual ,Inventory Status Overview ,barChart ,Reorder Risk Analysis ,slicer ,slicer ,slicer ,slicer ,slicer ,slicer ,textbox ,textbox.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8632325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INVENTORY HEALTH</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cardVisual ,cardVisual ,cardVisual ,Inventory Accuracy by Category ,SKU Demand and 30-Day Forecast Analysis ,Forecast Accuracy  by Warehouse Location ,slicer ,slicer ,slicer ,slicer ,slicer ,slicer ,slicer ,textbox ,textbo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8632325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DEMAND &amp; FORECAST</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cardVisual ,cardVisual ,cardVisual ,Supplier On Time  by Supplier Name ,Average Lead Time by Supplier Name ,SKU Demand and 30-Day Forecast Analysis ,slicer ,slicer ,slicer ,slicer ,slicer ,slicer ,slicer ,textbox ,textbox.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8632325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SUPPLIER PERFORMANCE</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cardVisual ,cardVisual ,cardVisual ,treemap ,Audit Variance  by Warehouse Location ,Total Inventory Value by SKU Name ,slicer ,slicer ,slicer ,slicer ,slicer ,slicer ,textbox ,textbo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86323259"/>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FINANCIAL &amp; AUDIT</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cardVisual.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8632326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Tooltip</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